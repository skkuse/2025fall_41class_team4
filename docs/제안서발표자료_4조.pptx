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0.xml" ContentType="application/vnd.ms-powerpoint.comments+xml"/>
  <Override PartName="/ppt/comments/modernComment_103_0.xml" ContentType="application/vnd.ms-powerpoint.comments+xml"/>
  <Override PartName="/ppt/notesSlides/notesSlide1.xml" ContentType="application/vnd.openxmlformats-officedocument.presentationml.notesSlide+xml"/>
  <Override PartName="/ppt/comments/modernComment_10A_0.xml" ContentType="application/vnd.ms-powerpoint.comments+xml"/>
  <Override PartName="/ppt/comments/modernComment_114_427B95FB.xml" ContentType="application/vnd.ms-powerpoint.comments+xml"/>
  <Override PartName="/ppt/notesSlides/notesSlide2.xml" ContentType="application/vnd.openxmlformats-officedocument.presentationml.notesSlide+xml"/>
  <Override PartName="/ppt/comments/modernComment_10E_0.xml" ContentType="application/vnd.ms-powerpoint.comments+xml"/>
  <Override PartName="/ppt/comments/modernComment_10D_0.xml" ContentType="application/vnd.ms-powerpoint.comments+xml"/>
  <Override PartName="/ppt/comments/modernComment_115_1D685A3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75" r:id="rId7"/>
    <p:sldId id="274" r:id="rId8"/>
    <p:sldId id="265" r:id="rId9"/>
    <p:sldId id="266" r:id="rId10"/>
    <p:sldId id="276" r:id="rId11"/>
    <p:sldId id="268" r:id="rId12"/>
    <p:sldId id="270" r:id="rId13"/>
    <p:sldId id="269" r:id="rId14"/>
    <p:sldId id="277" r:id="rId15"/>
    <p:sldId id="272" r:id="rId16"/>
  </p:sldIdLst>
  <p:sldSz cx="18288000" cy="10287000"/>
  <p:notesSz cx="6858000" cy="9144000"/>
  <p:embeddedFontLst>
    <p:embeddedFont>
      <p:font typeface="윤고딕" panose="020B0503000000000000" pitchFamily="34" charset="-127"/>
      <p:regular r:id="rId18"/>
    </p:embeddedFont>
    <p:embeddedFont>
      <p:font typeface="윤고딕 Bold" panose="020B0803000000000000" pitchFamily="34" charset="-127"/>
      <p:regular r:id="rId19"/>
    </p:embeddedFont>
    <p:embeddedFont>
      <p:font typeface="윤고딕 Light" panose="020B0503000000000000" pitchFamily="34" charset="-127"/>
      <p:regular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맑은 고딕" panose="020B0503020000020004" pitchFamily="34" charset="-127"/>
      <p:regular r:id="rId21"/>
      <p:bold r:id="rId22"/>
    </p:embeddedFont>
    <p:embeddedFont>
      <p:font typeface="Beautifully Delicious Script" pitchFamily="2" charset="0"/>
      <p:regular r:id="rId23"/>
    </p:embeddedFont>
    <p:embeddedFont>
      <p:font typeface="Congenial UltraLight" panose="02000503040000020004" pitchFamily="2" charset="0"/>
      <p:regular r:id="rId24"/>
      <p:italic r:id="rId25"/>
    </p:embeddedFont>
    <p:embeddedFont>
      <p:font typeface="Garet Light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F2D27E-FE5E-15FC-9B99-42E757ECE1E3}" name="진석 박" initials="진박" userId="5ac47a4aa401454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46" autoAdjust="0"/>
  </p:normalViewPr>
  <p:slideViewPr>
    <p:cSldViewPr>
      <p:cViewPr varScale="1">
        <p:scale>
          <a:sx n="69" d="100"/>
          <a:sy n="69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6A3B0E-089D-49E0-95A1-2202C7D65BFA}" authorId="{14F2D27E-FE5E-15FC-9B99-42E757ECE1E3}" created="2025-10-07T16:49:42.606">
    <pc:sldMkLst xmlns:pc="http://schemas.microsoft.com/office/powerpoint/2013/main/command">
      <pc:docMk/>
      <pc:sldMk cId="0" sldId="266"/>
    </pc:sldMkLst>
    <p188:replyLst>
      <p188:reply id="{12863277-2599-4316-B034-816BE5139B8B}" authorId="{14F2D27E-FE5E-15FC-9B99-42E757ECE1E3}" created="2025-10-07T16:55:56.272">
        <p188:txBody>
          <a:bodyPr/>
          <a:lstStyle/>
          <a:p>
            <a:r>
              <a:rPr lang="ko-KR" altLang="en-US"/>
              <a:t>일단 제가 임시코드로 대충 돌려봤을때는 "로맨스 영화 보고 싶어”-&gt; 이렇게 말하면 그 해당하는 로맨스 영화들을 뽑는데 성공햇음
그런데 아직 gpt api를 못받아서 로컬 모델로 벡터화 햇음</a:t>
            </a:r>
          </a:p>
        </p188:txBody>
      </p188:reply>
    </p188:replyLst>
    <p188:txBody>
      <a:bodyPr/>
      <a:lstStyle/>
      <a:p>
        <a:r>
          <a:rPr lang="ko-KR" altLang="en-US"/>
          <a:t>Open api는 
KOBIS와 TMDB api를 사용할 예정입니다.
영화에 대한 정보는 주로 TMDB를 이용해서 가져올것이고(Ex: 줄거리, 시리즈 구분용, KOBIS만 사용하면 구분 불가)
KOBIS는 한국에서 알려진 영화인지 확인하기 위해서 두 api에서 정보를 가져와 벡터화해서 데이터 베이스에 저장한 다음에 사용자 쿼리가 들어오면 데이터베이스에 있는 영화들과 비교해서 가장 높은 유사도를 가진 몇개를 뽑아서 GPT에게 같이 보낼생각입니다.
</a:t>
        </a:r>
      </a:p>
    </p188:txBody>
  </p188:cm>
  <p188:cm id="{DFC8A814-1703-427F-BA0B-D27D9F381471}" authorId="{14F2D27E-FE5E-15FC-9B99-42E757ECE1E3}" created="2025-10-07T16:51:49.193">
    <pc:sldMkLst xmlns:pc="http://schemas.microsoft.com/office/powerpoint/2013/main/command">
      <pc:docMk/>
      <pc:sldMk cId="0" sldId="266"/>
    </pc:sldMkLst>
    <p188:txBody>
      <a:bodyPr/>
      <a:lstStyle/>
      <a:p>
        <a:r>
          <a:rPr lang="ko-KR" altLang="en-US"/>
          <a:t>AI model 은 기본으로 제공되는 API를 사용될 예정이고 저희가 각 api에서 구해온 정보들을 이용해 벡터화한 데이터베이스에서 정보를 빼서 GPT에게 같이 묶어서 제시할 생각입니다
</a:t>
        </a:r>
      </a:p>
    </p188:txBody>
  </p188:cm>
  <p188:cm id="{4E5800A1-148D-4472-A999-DEC09DB16387}" authorId="{14F2D27E-FE5E-15FC-9B99-42E757ECE1E3}" created="2025-10-07T17:05:16.541">
    <pc:sldMkLst xmlns:pc="http://schemas.microsoft.com/office/powerpoint/2013/main/command">
      <pc:docMk/>
      <pc:sldMk cId="0" sldId="266"/>
    </pc:sldMkLst>
    <p188:txBody>
      <a:bodyPr/>
      <a:lstStyle/>
      <a:p>
        <a:r>
          <a:rPr lang="ko-KR" altLang="en-US"/>
          <a:t>백엔드와 프론트엔드도 일단 적어주시죠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A7A262-695F-4770-B45A-14B67A216C6A}" authorId="{14F2D27E-FE5E-15FC-9B99-42E757ECE1E3}" created="2025-10-07T16:42:14.762">
    <pc:sldMkLst xmlns:pc="http://schemas.microsoft.com/office/powerpoint/2013/main/command">
      <pc:docMk/>
      <pc:sldMk cId="0" sldId="269"/>
    </pc:sldMkLst>
    <p188:txBody>
      <a:bodyPr/>
      <a:lstStyle/>
      <a:p>
        <a:r>
          <a:rPr lang="ko-KR" altLang="en-US"/>
          <a:t>7  제안서
8  제안서   웹디자인
9  웹디자인  백엔드
10  요구사항 명세서발표 웹디자인 백엔드  
11주차 백엔드
12주차 통합 백엔드
13주차 통합 디자인 명세서
14주차 테스트
15주차 발표 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A52567-C7F7-4F7E-8D96-16815A76673E}" authorId="{14F2D27E-FE5E-15FC-9B99-42E757ECE1E3}" created="2025-10-07T17:04:55.699">
    <pc:sldMkLst xmlns:pc="http://schemas.microsoft.com/office/powerpoint/2013/main/command">
      <pc:docMk/>
      <pc:sldMk cId="0" sldId="270"/>
    </pc:sldMkLst>
    <p188:txBody>
      <a:bodyPr/>
      <a:lstStyle/>
      <a:p>
        <a:r>
          <a:rPr lang="ko-KR" altLang="en-US"/>
          <a:t>제안서 예시 2보면
•인공지능API 백엔드: 최윤채, 성보경
•서버백엔드: 부윤종, 성보경
라고 적혀있어서 차라리 이렇게 나누는게 어떻까라는 생각이 들긴합니다 
아니면 제안서 예시 1 처럼 저렇게 간단하게만 나눠놓는게 나을수 도 있을것같아요 인원이 적어서
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215C71-3D0F-4388-B979-7B0272D657AC}" authorId="{14F2D27E-FE5E-15FC-9B99-42E757ECE1E3}" created="2025-10-07T17:06:04.661">
    <pc:sldMkLst xmlns:pc="http://schemas.microsoft.com/office/powerpoint/2013/main/command">
      <pc:docMk/>
      <pc:sldMk cId="0" sldId="256"/>
    </pc:sldMkLst>
    <p188:txBody>
      <a:bodyPr/>
      <a:lstStyle/>
      <a:p>
        <a:r>
          <a:rPr lang="ko-KR" altLang="en-US"/>
          <a:t>제목은 잘짓는 사람이 추천해 주시죠
저는 이름 센스가 박살나서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F22170-C14E-4DC8-AEA5-2093FC57CAE2}" authorId="{14F2D27E-FE5E-15FC-9B99-42E757ECE1E3}" created="2025-10-07T16:36:01.024">
    <pc:sldMkLst xmlns:pc="http://schemas.microsoft.com/office/powerpoint/2013/main/command">
      <pc:docMk/>
      <pc:sldMk cId="0" sldId="259"/>
    </pc:sldMkLst>
    <p188:txBody>
      <a:bodyPr/>
      <a:lstStyle/>
      <a:p>
        <a:r>
          <a:rPr lang="ko-KR" altLang="en-US"/>
          <a:t>3. 개인화된 맞춤형 탐색의 한계
프로젝트에서 LLM과 RAG를 사용해야 하는 핵심적인 이유를 제시하는 항목입니다.
배경: 기존의 영화 정보 서비스는 대부분 키워드 기반의 정형화된 검색(예: '영화 제목', '배우 이름')만 지원합니다.
문제: "주말에 연인이랑 볼만한, 너무 무겁지 않고 영상미 좋은 로맨스 영화 추천해줘. 넷플릭스에 있는 걸로." 와 같은 복합적이고 감성적인 의도가 담긴 질문에는 효과적으로 답변하지 못합니다. 사용자의 구체적인 상황과 취향을 반영한 맞춤형 정보 탐색이 어렵습니다.</a:t>
        </a:r>
      </a:p>
    </p188:txBody>
  </p188:cm>
</p188:cmLst>
</file>

<file path=ppt/comments/modernComment_114_427B95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03ED55-A340-4142-8F1C-5766E84A8D81}" authorId="{14F2D27E-FE5E-15FC-9B99-42E757ECE1E3}" created="2025-10-07T16:54:09.389">
    <pc:sldMkLst xmlns:pc="http://schemas.microsoft.com/office/powerpoint/2013/main/command">
      <pc:docMk/>
      <pc:sldMk cId="1115395579" sldId="276"/>
    </pc:sldMkLst>
    <p188:txBody>
      <a:bodyPr/>
      <a:lstStyle/>
      <a:p>
        <a:r>
          <a:rPr lang="ko-KR" altLang="en-US"/>
          <a:t>이건 어떻게 할지 모르겟는데 2번 제안서 예시처럼 만들어야할지 아니면 그냥 gpt같은거 사진 짜집기 해야할지</a:t>
        </a:r>
      </a:p>
    </p188:txBody>
  </p188:cm>
</p188:cmLst>
</file>

<file path=ppt/comments/modernComment_115_1D685A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ADED7E-6319-4154-B325-1E8219343EC1}" authorId="{14F2D27E-FE5E-15FC-9B99-42E757ECE1E3}" created="2025-10-07T16:42:14.762">
    <pc:sldMkLst xmlns:pc="http://schemas.microsoft.com/office/powerpoint/2013/main/command">
      <pc:docMk/>
      <pc:sldMk cId="0" sldId="269"/>
    </pc:sldMkLst>
    <p188:txBody>
      <a:bodyPr/>
      <a:lstStyle/>
      <a:p>
        <a:r>
          <a:rPr lang="ko-KR" altLang="en-US"/>
          <a:t>7  제안서
8  제안서   웹디자인
9  웹디자인  백엔드
10  요구사항 명세서발표 웹디자인 백엔드  
11주차 백엔드
12주차 통합 백엔드
13주차 통합 디자인 명세서
14주차 테스트
15주차 발표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60540-9D1B-4A31-A79A-D3308DF128D6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28B9-2805-4727-A9D4-9A27EC1AD3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867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028B9-2805-4727-A9D4-9A27EC1AD3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106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028B9-2805-4727-A9D4-9A27EC1AD3C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819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4_427B95FB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1D685A3F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19299" y="3448812"/>
            <a:ext cx="14249400" cy="2920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sz="10368" spc="-103" dirty="0">
                <a:solidFill>
                  <a:srgbClr val="19191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lacial Indifference"/>
                <a:sym typeface="Glacial Indifference"/>
              </a:rPr>
              <a:t>4</a:t>
            </a:r>
            <a:r>
              <a:rPr lang="ko-KR" altLang="en-US" sz="10368" spc="-103" dirty="0">
                <a:solidFill>
                  <a:srgbClr val="19191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lacial Indifference"/>
                <a:sym typeface="Glacial Indifference"/>
              </a:rPr>
              <a:t>조 제안서</a:t>
            </a:r>
            <a:endParaRPr lang="en-US" sz="10368" spc="-103" dirty="0">
              <a:solidFill>
                <a:srgbClr val="19191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lacial Indifference"/>
              <a:sym typeface="Glacial Indifference"/>
            </a:endParaRPr>
          </a:p>
          <a:p>
            <a:pPr algn="ctr">
              <a:lnSpc>
                <a:spcPts val="11923"/>
              </a:lnSpc>
            </a:pPr>
            <a:r>
              <a:rPr lang="en-US" sz="7200" spc="-103" dirty="0">
                <a:solidFill>
                  <a:srgbClr val="19191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lacial Indifference"/>
                <a:sym typeface="Glacial Indifference"/>
              </a:rPr>
              <a:t>LLM</a:t>
            </a:r>
            <a:r>
              <a:rPr lang="ko-KR" altLang="en-US" sz="7200" spc="-103" dirty="0">
                <a:solidFill>
                  <a:srgbClr val="19191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lacial Indifference"/>
                <a:sym typeface="Glacial Indifference"/>
              </a:rPr>
              <a:t>기반 공연 영화 추천 플랫폼</a:t>
            </a:r>
            <a:endParaRPr lang="en-US" sz="7200" spc="-103" dirty="0">
              <a:solidFill>
                <a:srgbClr val="19191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872038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2025.10.10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68200" y="8720382"/>
            <a:ext cx="49911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ko-KR" altLang="en-US" sz="3197" u="none" strike="noStrike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소프트웨어공학개론 </a:t>
            </a:r>
            <a:r>
              <a:rPr lang="en-US" altLang="ko-KR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</a:t>
            </a:r>
            <a:r>
              <a:rPr lang="ko-KR" alt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조</a:t>
            </a:r>
            <a:endParaRPr lang="en-US" sz="3197" u="none" strike="noStrike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05225" y="180467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프로젝트</a:t>
            </a:r>
            <a:r>
              <a:rPr lang="en-US" sz="3968" spc="-182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배경</a:t>
            </a:r>
            <a:endParaRPr lang="en-US" sz="3968" spc="-182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05225" y="2841467"/>
            <a:ext cx="2416440" cy="190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sz="3023" spc="-139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문제제기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en-US" sz="3023" spc="-139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필요성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5140"/>
              </a:lnSpc>
            </a:pP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564408" y="2841467"/>
            <a:ext cx="2416440" cy="125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sz="3023" spc="-13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기술</a:t>
            </a:r>
          </a:p>
          <a:p>
            <a:pPr algn="l">
              <a:lnSpc>
                <a:spcPts val="5140"/>
              </a:lnSpc>
            </a:pPr>
            <a:r>
              <a:rPr lang="en-US" sz="3023" spc="-13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디자인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28407" y="6376892"/>
            <a:ext cx="2416440" cy="12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파트 및 팀원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진행계획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05225" y="6392497"/>
            <a:ext cx="2416440" cy="125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sz="3023" spc="-139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프로젝트</a:t>
            </a:r>
            <a:r>
              <a:rPr 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3023" spc="-139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개요</a:t>
            </a:r>
            <a:r>
              <a:rPr 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3023" spc="-139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주요기능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05225" y="535446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프로젝트</a:t>
            </a:r>
            <a:r>
              <a:rPr lang="en-US" sz="3968" spc="-182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개요</a:t>
            </a:r>
            <a:endParaRPr lang="en-US" sz="3968" spc="-182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528407" y="180467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기술 사항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92406" y="5338854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계획</a:t>
            </a:r>
            <a:endParaRPr lang="en-US" sz="3968" spc="-182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77050" y="1193911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77050" y="4733269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2443" y="1193911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16442" y="4720063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4</a:t>
            </a:r>
            <a:r>
              <a:rPr lang="en-US" sz="9629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목 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100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spc="-214" dirty="0" err="1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</a:t>
            </a:r>
            <a:r>
              <a:rPr lang="en-US" sz="6514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6514" spc="-214" dirty="0" err="1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배경</a:t>
            </a:r>
            <a:r>
              <a:rPr lang="en-US" sz="6514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프로젝트 배경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문제제기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310224" y="3710224"/>
            <a:ext cx="507177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문화생활에 대한 수요 증가</a:t>
            </a:r>
            <a:endParaRPr lang="en-US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049000" y="3578857"/>
            <a:ext cx="4024366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정보의 분산으로 인한</a:t>
            </a:r>
            <a:endParaRPr lang="en-US" altLang="ko-KR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정보획득의 어려움</a:t>
            </a:r>
            <a:endParaRPr lang="en-US" altLang="ko-KR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310224" y="1388667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49000" y="1257300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</a:p>
        </p:txBody>
      </p:sp>
      <p:sp>
        <p:nvSpPr>
          <p:cNvPr id="14" name="TextBox 6"/>
          <p:cNvSpPr txBox="1"/>
          <p:nvPr/>
        </p:nvSpPr>
        <p:spPr>
          <a:xfrm>
            <a:off x="3124200" y="7604383"/>
            <a:ext cx="131826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이 </a:t>
            </a:r>
            <a:r>
              <a:rPr lang="en-US" altLang="ko-KR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LLM </a:t>
            </a:r>
            <a:r>
              <a:rPr lang="ko-KR" altLang="en-US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모델을 이용해서 원하는 공연</a:t>
            </a:r>
            <a:r>
              <a:rPr lang="en-US" altLang="ko-KR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, </a:t>
            </a:r>
            <a:r>
              <a:rPr lang="ko-KR" altLang="en-US" sz="36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영화에 대한 통합된 정보를 제공</a:t>
            </a:r>
            <a:endParaRPr lang="en-US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19300BF0-286C-B758-CC49-E1013C37A695}"/>
              </a:ext>
            </a:extLst>
          </p:cNvPr>
          <p:cNvSpPr txBox="1"/>
          <p:nvPr/>
        </p:nvSpPr>
        <p:spPr>
          <a:xfrm>
            <a:off x="1638194" y="5182921"/>
            <a:ext cx="2412441" cy="293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So?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100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 개요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EA0D-9731-BAF1-0C9E-6CD6F93A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6D3EA8-0D65-5E4A-FB23-64067FDFA6A0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DA79B8-9EC9-8761-42C5-1CABFD94550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F31E032-5965-6D94-B721-2CF8CD9738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1E6055E-A574-137E-B90E-AE081FBB73C7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프로젝트</a:t>
            </a:r>
            <a:r>
              <a:rPr lang="en-US" sz="25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25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개요</a:t>
            </a:r>
            <a:endParaRPr lang="en-US" sz="259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18A3B75-0696-DCFB-7C83-21F128E23A82}"/>
              </a:ext>
            </a:extLst>
          </p:cNvPr>
          <p:cNvSpPr txBox="1"/>
          <p:nvPr/>
        </p:nvSpPr>
        <p:spPr>
          <a:xfrm>
            <a:off x="1123950" y="944123"/>
            <a:ext cx="3524250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프로젝트 개요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11EF44C-233E-D32F-D296-C9208CD7E1D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F557B76-2407-66D8-1EEA-0F858A72ACEA}"/>
              </a:ext>
            </a:extLst>
          </p:cNvPr>
          <p:cNvSpPr txBox="1"/>
          <p:nvPr/>
        </p:nvSpPr>
        <p:spPr>
          <a:xfrm>
            <a:off x="2331991" y="4673600"/>
            <a:ext cx="4024366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유저들에게 공연</a:t>
            </a:r>
            <a:r>
              <a:rPr lang="en-US" altLang="ko-KR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, </a:t>
            </a:r>
            <a:r>
              <a:rPr lang="ko-KR" altLang="en-US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영화들에 대한 정보 제공</a:t>
            </a:r>
            <a:endParaRPr lang="en-US" sz="28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F0815A-C9EB-AB96-D018-A9FF1CDA5564}"/>
              </a:ext>
            </a:extLst>
          </p:cNvPr>
          <p:cNvSpPr txBox="1"/>
          <p:nvPr/>
        </p:nvSpPr>
        <p:spPr>
          <a:xfrm>
            <a:off x="7351569" y="4673600"/>
            <a:ext cx="4024366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유저 취향 기반으로 다른 공연 추천으로 관심도 증가</a:t>
            </a:r>
            <a:endParaRPr lang="en-US" altLang="ko-KR" sz="28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27DB439-CCAB-1F14-1319-02CB41343A1A}"/>
              </a:ext>
            </a:extLst>
          </p:cNvPr>
          <p:cNvSpPr txBox="1"/>
          <p:nvPr/>
        </p:nvSpPr>
        <p:spPr>
          <a:xfrm>
            <a:off x="12371147" y="4673600"/>
            <a:ext cx="4024366" cy="142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공연 정보</a:t>
            </a:r>
            <a:r>
              <a:rPr lang="en-US" altLang="ko-KR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, </a:t>
            </a:r>
            <a:r>
              <a:rPr lang="ko-KR" altLang="en-US" sz="28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공연 예매 페이지  제공이 실질적인 사용으로 이어짐 </a:t>
            </a:r>
            <a:endParaRPr lang="en-US" sz="28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7D276BB-5CC2-BB48-7EDC-42509FAD4179}"/>
              </a:ext>
            </a:extLst>
          </p:cNvPr>
          <p:cNvSpPr txBox="1"/>
          <p:nvPr/>
        </p:nvSpPr>
        <p:spPr>
          <a:xfrm>
            <a:off x="2331991" y="2352043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FF9EF1-4A0D-0633-3154-3B5146CD7A22}"/>
              </a:ext>
            </a:extLst>
          </p:cNvPr>
          <p:cNvSpPr txBox="1"/>
          <p:nvPr/>
        </p:nvSpPr>
        <p:spPr>
          <a:xfrm>
            <a:off x="7351569" y="2352043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FD49694-FF05-AE07-2B78-947BA3C4B703}"/>
              </a:ext>
            </a:extLst>
          </p:cNvPr>
          <p:cNvSpPr txBox="1"/>
          <p:nvPr/>
        </p:nvSpPr>
        <p:spPr>
          <a:xfrm>
            <a:off x="12371147" y="2352043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0726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BA6B-F1F6-1592-E67A-60A72487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CC3CAB-FEB4-35F0-462C-6B6080618E7A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BC9E16-AC63-3866-14BA-63FE22357C5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FCF72E-A6FF-4DAD-1C44-4566F0D3B76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E52203B-C180-B5FD-AF96-4318EC8DC056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주요기능</a:t>
            </a:r>
            <a:endParaRPr lang="en-US" sz="259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DF874B0-F62A-288E-2F7E-91C4C53BFC7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06AE71C9-703C-D94F-FA48-6365F3197C81}"/>
              </a:ext>
            </a:extLst>
          </p:cNvPr>
          <p:cNvSpPr txBox="1"/>
          <p:nvPr/>
        </p:nvSpPr>
        <p:spPr>
          <a:xfrm>
            <a:off x="4871547" y="3138573"/>
            <a:ext cx="10439400" cy="5360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원하는 공연</a:t>
            </a:r>
            <a:r>
              <a:rPr lang="en-US" altLang="ko-KR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/</a:t>
            </a: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영화 등을 찾아보고 관련된 정보를 얻음</a:t>
            </a: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  - </a:t>
            </a: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예매 링크 등을 같이 제공하여 실질적인 사용성 증가</a:t>
            </a: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감독</a:t>
            </a:r>
            <a:r>
              <a:rPr lang="en-US" altLang="ko-KR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, </a:t>
            </a: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배우 등 관련 인물에 대한 정보 찾기</a:t>
            </a: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오늘의 공연</a:t>
            </a:r>
            <a:r>
              <a:rPr lang="en-US" altLang="ko-KR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/</a:t>
            </a: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영화 등으로 새로운 분야에 대한 관심도 증가</a:t>
            </a: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선호하는 공연</a:t>
            </a:r>
            <a:r>
              <a:rPr lang="en-US" altLang="ko-KR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/</a:t>
            </a:r>
            <a:r>
              <a:rPr lang="ko-KR" alt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영화 를 기반으로 유저에 맞춘 컨텐츠 추천</a:t>
            </a:r>
            <a:endParaRPr lang="en-US" altLang="ko-KR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4B69290-B848-D355-217B-9CF86E81A6D1}"/>
              </a:ext>
            </a:extLst>
          </p:cNvPr>
          <p:cNvSpPr txBox="1"/>
          <p:nvPr/>
        </p:nvSpPr>
        <p:spPr>
          <a:xfrm>
            <a:off x="990600" y="944123"/>
            <a:ext cx="2305050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주요기능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D8A7E7E-6401-60A6-9D88-7B0B5C8A1687}"/>
              </a:ext>
            </a:extLst>
          </p:cNvPr>
          <p:cNvSpPr txBox="1"/>
          <p:nvPr/>
        </p:nvSpPr>
        <p:spPr>
          <a:xfrm>
            <a:off x="3271347" y="1769508"/>
            <a:ext cx="1249409" cy="2936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9499F36-4BBC-32BB-2C49-41758A451C03}"/>
              </a:ext>
            </a:extLst>
          </p:cNvPr>
          <p:cNvSpPr txBox="1"/>
          <p:nvPr/>
        </p:nvSpPr>
        <p:spPr>
          <a:xfrm>
            <a:off x="3195147" y="3499022"/>
            <a:ext cx="1249409" cy="2936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CBA99565-B15B-9C6A-A352-9B5FF42B82D2}"/>
              </a:ext>
            </a:extLst>
          </p:cNvPr>
          <p:cNvSpPr txBox="1"/>
          <p:nvPr/>
        </p:nvSpPr>
        <p:spPr>
          <a:xfrm>
            <a:off x="3118947" y="5021743"/>
            <a:ext cx="1249409" cy="2936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ED655BF5-26E1-3F94-6D01-F70C15C39B00}"/>
              </a:ext>
            </a:extLst>
          </p:cNvPr>
          <p:cNvSpPr txBox="1"/>
          <p:nvPr/>
        </p:nvSpPr>
        <p:spPr>
          <a:xfrm>
            <a:off x="3118947" y="6438056"/>
            <a:ext cx="1249409" cy="2936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4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</p:spTree>
    <p:extLst>
      <p:ext uri="{BB962C8B-B14F-4D97-AF65-F5344CB8AC3E}">
        <p14:creationId xmlns:p14="http://schemas.microsoft.com/office/powerpoint/2010/main" val="294967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100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기술 사항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90868" y="9425579"/>
            <a:ext cx="18869735" cy="120011"/>
            <a:chOff x="0" y="0"/>
            <a:chExt cx="4969807" cy="316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기술 사항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기술</a:t>
            </a:r>
            <a:r>
              <a:rPr lang="ko-KR" alt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사항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132735" y="4182973"/>
            <a:ext cx="5279544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Nest.js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ChromaDB</a:t>
            </a:r>
            <a:endParaRPr lang="en-US" sz="32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32735" y="6619029"/>
            <a:ext cx="527954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GPT-4o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9756" y="3859303"/>
            <a:ext cx="5279544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Next/Typescript</a:t>
            </a:r>
          </a:p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Tailwind</a:t>
            </a:r>
          </a:p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MUI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33788" y="6550714"/>
            <a:ext cx="5279544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KOPIS OPEN API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KOBIS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TMDB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28700" y="5830855"/>
            <a:ext cx="16230600" cy="0"/>
          </a:xfrm>
          <a:prstGeom prst="line">
            <a:avLst/>
          </a:prstGeom>
          <a:ln w="1905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 flipV="1">
            <a:off x="9144000" y="3252234"/>
            <a:ext cx="0" cy="4867653"/>
          </a:xfrm>
          <a:prstGeom prst="line">
            <a:avLst/>
          </a:prstGeom>
          <a:ln w="1905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3513A8-91C2-DF4B-0F94-50E9AFDD7E26}"/>
              </a:ext>
            </a:extLst>
          </p:cNvPr>
          <p:cNvSpPr txBox="1"/>
          <p:nvPr/>
        </p:nvSpPr>
        <p:spPr>
          <a:xfrm>
            <a:off x="1061604" y="3555174"/>
            <a:ext cx="173477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Congenial UltraLight" panose="020F0502020204030204" pitchFamily="2" charset="0"/>
              </a:rPr>
              <a:t>Back </a:t>
            </a:r>
          </a:p>
          <a:p>
            <a:r>
              <a:rPr lang="en-US" altLang="ko-KR" sz="5400" dirty="0">
                <a:latin typeface="Congenial UltraLight" panose="020F0502020204030204" pitchFamily="2" charset="0"/>
              </a:rPr>
              <a:t>end</a:t>
            </a:r>
            <a:endParaRPr lang="ko-KR" altLang="en-US" sz="5400" dirty="0">
              <a:latin typeface="Congenial UltraLight" panose="020F05020202040302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725AC2-DAAC-CEB7-4CBB-61F9D66BB28A}"/>
              </a:ext>
            </a:extLst>
          </p:cNvPr>
          <p:cNvSpPr txBox="1"/>
          <p:nvPr/>
        </p:nvSpPr>
        <p:spPr>
          <a:xfrm>
            <a:off x="9694493" y="3552159"/>
            <a:ext cx="19271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Congenial UltraLight" panose="020F0502020204030204" pitchFamily="2" charset="0"/>
              </a:rPr>
              <a:t>Front </a:t>
            </a:r>
          </a:p>
          <a:p>
            <a:r>
              <a:rPr lang="en-US" altLang="ko-KR" sz="5400" dirty="0">
                <a:latin typeface="Congenial UltraLight" panose="020F0502020204030204" pitchFamily="2" charset="0"/>
              </a:rPr>
              <a:t>end</a:t>
            </a:r>
            <a:endParaRPr lang="ko-KR" altLang="en-US" sz="5400" dirty="0">
              <a:latin typeface="Congenial UltraLight" panose="020F05020202040302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50B4C6-63F8-912D-F124-B5B098B0D47A}"/>
              </a:ext>
            </a:extLst>
          </p:cNvPr>
          <p:cNvSpPr txBox="1"/>
          <p:nvPr/>
        </p:nvSpPr>
        <p:spPr>
          <a:xfrm>
            <a:off x="1061604" y="6368526"/>
            <a:ext cx="19607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Congenial UltraLight" panose="020F0502020204030204" pitchFamily="2" charset="0"/>
              </a:rPr>
              <a:t>AI</a:t>
            </a:r>
          </a:p>
          <a:p>
            <a:r>
              <a:rPr lang="en-US" altLang="ko-KR" sz="5400" dirty="0">
                <a:latin typeface="Congenial UltraLight" panose="020F0502020204030204" pitchFamily="2" charset="0"/>
              </a:rPr>
              <a:t>model</a:t>
            </a:r>
            <a:endParaRPr lang="ko-KR" altLang="en-US" sz="5400" dirty="0">
              <a:latin typeface="Congenial UltraLight" panose="020F05020202040302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0D7F5A-B77F-A48C-226F-1FA81FCFD37C}"/>
              </a:ext>
            </a:extLst>
          </p:cNvPr>
          <p:cNvSpPr txBox="1"/>
          <p:nvPr/>
        </p:nvSpPr>
        <p:spPr>
          <a:xfrm>
            <a:off x="9694493" y="6300702"/>
            <a:ext cx="17844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Congenial UltraLight" panose="020F0502020204030204" pitchFamily="2" charset="0"/>
              </a:rPr>
              <a:t>Open</a:t>
            </a:r>
          </a:p>
          <a:p>
            <a:r>
              <a:rPr lang="en-US" altLang="ko-KR" sz="5400" dirty="0">
                <a:latin typeface="Congenial UltraLight" panose="020F0502020204030204" pitchFamily="2" charset="0"/>
              </a:rPr>
              <a:t>API</a:t>
            </a:r>
            <a:endParaRPr lang="ko-KR" altLang="en-US" sz="5400" dirty="0">
              <a:latin typeface="Congenial UltraLight" panose="020F0502020204030204" pitchFamily="2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E5F9-7007-472D-2A45-FCBA6D92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49F0E5-ABCC-1F80-726A-3464EB222E6B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C56BF4-0C71-4BC8-C2FD-D79AB7B5BA4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463018-BF4A-7FB4-E8CB-694F1304A81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A72482C-FE85-6271-1BBF-E810F640397E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디자인</a:t>
            </a:r>
            <a:endParaRPr lang="en-US" sz="259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C1A954-AF4B-1C7D-90E4-9A57313E28D5}"/>
              </a:ext>
            </a:extLst>
          </p:cNvPr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디자인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5E33E16-4959-5AC0-A1F7-28E62428691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3359C56-FC2F-E127-4FAF-EDE402A1F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337" y="2007518"/>
            <a:ext cx="12125325" cy="730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955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100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계획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90868" y="9425579"/>
            <a:ext cx="18869735" cy="120011"/>
            <a:chOff x="0" y="0"/>
            <a:chExt cx="4969807" cy="316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90868" y="9138289"/>
            <a:ext cx="18869735" cy="120011"/>
            <a:chOff x="0" y="0"/>
            <a:chExt cx="4969807" cy="316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계획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944123"/>
            <a:ext cx="3137198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파트 및 팀원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3ABB3D65-7E9D-A4C2-23BA-1E66492774DD}"/>
              </a:ext>
            </a:extLst>
          </p:cNvPr>
          <p:cNvSpPr txBox="1"/>
          <p:nvPr/>
        </p:nvSpPr>
        <p:spPr>
          <a:xfrm>
            <a:off x="2862942" y="3330883"/>
            <a:ext cx="3052600" cy="65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프</a:t>
            </a:r>
            <a:r>
              <a:rPr lang="ko-KR" alt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론트엔드</a:t>
            </a:r>
            <a:endParaRPr lang="en-US" sz="3968" spc="-182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74650931-04DA-1D99-B069-572DD9FC0C09}"/>
              </a:ext>
            </a:extLst>
          </p:cNvPr>
          <p:cNvSpPr txBox="1"/>
          <p:nvPr/>
        </p:nvSpPr>
        <p:spPr>
          <a:xfrm>
            <a:off x="2862942" y="4367680"/>
            <a:ext cx="2416440" cy="12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박윤지</a:t>
            </a:r>
            <a:endParaRPr lang="en-US" altLang="ko-KR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박지호</a:t>
            </a:r>
            <a:endParaRPr lang="en-US" altLang="ko-KR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D6F1A56-DC02-DA53-2AE7-87036C04C963}"/>
              </a:ext>
            </a:extLst>
          </p:cNvPr>
          <p:cNvSpPr txBox="1"/>
          <p:nvPr/>
        </p:nvSpPr>
        <p:spPr>
          <a:xfrm>
            <a:off x="8305800" y="4349565"/>
            <a:ext cx="2416440" cy="12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강성민</a:t>
            </a:r>
            <a:endParaRPr lang="en-US" altLang="ko-KR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김군도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31B3B1E3-B76B-D23E-E5BB-F7FFB4C48865}"/>
              </a:ext>
            </a:extLst>
          </p:cNvPr>
          <p:cNvSpPr txBox="1"/>
          <p:nvPr/>
        </p:nvSpPr>
        <p:spPr>
          <a:xfrm>
            <a:off x="8305800" y="3311528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ko-KR" altLang="en-US" sz="3968" spc="-182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백엔드</a:t>
            </a:r>
            <a:endParaRPr lang="en-US" sz="3968" spc="-182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BB81789-E338-9ADD-BA06-8EE7F26C8B62}"/>
              </a:ext>
            </a:extLst>
          </p:cNvPr>
          <p:cNvSpPr txBox="1"/>
          <p:nvPr/>
        </p:nvSpPr>
        <p:spPr>
          <a:xfrm>
            <a:off x="2134767" y="2720124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EFBE2227-727F-D74B-AB46-1EC16CD1E225}"/>
              </a:ext>
            </a:extLst>
          </p:cNvPr>
          <p:cNvSpPr txBox="1"/>
          <p:nvPr/>
        </p:nvSpPr>
        <p:spPr>
          <a:xfrm>
            <a:off x="7577625" y="2690337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D23DD08-D6BF-A2C4-8FE2-36B3CDEAEB3C}"/>
              </a:ext>
            </a:extLst>
          </p:cNvPr>
          <p:cNvSpPr txBox="1"/>
          <p:nvPr/>
        </p:nvSpPr>
        <p:spPr>
          <a:xfrm>
            <a:off x="13414147" y="4199097"/>
            <a:ext cx="2416440" cy="58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박진석</a:t>
            </a:r>
            <a:endParaRPr lang="en-US" sz="3023" spc="-139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753BBC70-6135-06BB-C272-30734EB66584}"/>
              </a:ext>
            </a:extLst>
          </p:cNvPr>
          <p:cNvSpPr txBox="1"/>
          <p:nvPr/>
        </p:nvSpPr>
        <p:spPr>
          <a:xfrm>
            <a:off x="13378146" y="316230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AI</a:t>
            </a: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C6C44D48-78AD-C222-B635-36F1AC8B1A2B}"/>
              </a:ext>
            </a:extLst>
          </p:cNvPr>
          <p:cNvSpPr txBox="1"/>
          <p:nvPr/>
        </p:nvSpPr>
        <p:spPr>
          <a:xfrm>
            <a:off x="12702182" y="2551541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2969277" y="4627765"/>
            <a:ext cx="12349446" cy="0"/>
          </a:xfrm>
          <a:prstGeom prst="line">
            <a:avLst/>
          </a:prstGeom>
          <a:ln w="1905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4087572" y="4450083"/>
            <a:ext cx="326788" cy="32678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52663" y="4450083"/>
            <a:ext cx="326788" cy="3267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13151" y="4450083"/>
            <a:ext cx="326788" cy="3267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73639" y="4450083"/>
            <a:ext cx="326788" cy="32678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계획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진행계획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095161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55649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17890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73639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80848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제안서 작성</a:t>
            </a:r>
            <a:endParaRPr lang="en-US" sz="2499" spc="-99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45939" y="5510596"/>
            <a:ext cx="3140237" cy="86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Requirements Specification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06427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Design Specification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66915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Design Implement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D79B-A854-A9E7-4690-9299FEA1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E6E3B3-CADA-B4D5-D160-A75DD0003329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719360-A3FA-D098-17E1-D10C286CC01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FC20C1-1FC2-D648-FB18-48A58E05521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DE1ACD7-D381-A737-3207-E0050C2C0B1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600AA06-3C15-1BF5-882E-11F045864326}"/>
              </a:ext>
            </a:extLst>
          </p:cNvPr>
          <p:cNvSpPr/>
          <p:nvPr/>
        </p:nvSpPr>
        <p:spPr>
          <a:xfrm>
            <a:off x="2969277" y="4627765"/>
            <a:ext cx="12349446" cy="0"/>
          </a:xfrm>
          <a:prstGeom prst="line">
            <a:avLst/>
          </a:prstGeom>
          <a:ln w="1905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AAF0DD8-D1CB-8F76-320F-E5417FEC4DB2}"/>
              </a:ext>
            </a:extLst>
          </p:cNvPr>
          <p:cNvGrpSpPr/>
          <p:nvPr/>
        </p:nvGrpSpPr>
        <p:grpSpPr>
          <a:xfrm>
            <a:off x="4087572" y="4450083"/>
            <a:ext cx="326788" cy="326788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BCA93B8-981E-9817-023E-BA67C656CD7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B9B24CE-0B2A-76F1-38D5-068CBB92D672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A7AA178-1237-5F24-8008-B4A4F3F6C741}"/>
              </a:ext>
            </a:extLst>
          </p:cNvPr>
          <p:cNvGrpSpPr/>
          <p:nvPr/>
        </p:nvGrpSpPr>
        <p:grpSpPr>
          <a:xfrm>
            <a:off x="7352663" y="4450083"/>
            <a:ext cx="326788" cy="326788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C4035C2-2455-2109-4F33-5FB7EB05A6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C1CFF6C-CD7F-003D-19F6-5B012943FA9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47BC732-E880-4560-1FC9-F2A2BA23762A}"/>
              </a:ext>
            </a:extLst>
          </p:cNvPr>
          <p:cNvGrpSpPr/>
          <p:nvPr/>
        </p:nvGrpSpPr>
        <p:grpSpPr>
          <a:xfrm>
            <a:off x="10613151" y="4450083"/>
            <a:ext cx="326788" cy="32678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A3C981D-6285-07C1-135B-59852BCEEA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9E32965-85AD-4F7D-9894-671F5FFC2AA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040305D-279C-37F3-AF34-823B7F08336A}"/>
              </a:ext>
            </a:extLst>
          </p:cNvPr>
          <p:cNvGrpSpPr/>
          <p:nvPr/>
        </p:nvGrpSpPr>
        <p:grpSpPr>
          <a:xfrm>
            <a:off x="13873639" y="4450083"/>
            <a:ext cx="326788" cy="326788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18772-9E63-8856-35E9-59D21A3FD7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BDDC35B-6AB5-CB67-D0D1-E777BF9F686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A3473107-FE72-973F-BD79-340A1A248057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계획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42EC3B4-BC0A-E605-1CF3-38EE4BC87376}"/>
              </a:ext>
            </a:extLst>
          </p:cNvPr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진행계획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1A8F6CA-5576-0A71-B529-62A0E756FF92}"/>
              </a:ext>
            </a:extLst>
          </p:cNvPr>
          <p:cNvSpPr txBox="1"/>
          <p:nvPr/>
        </p:nvSpPr>
        <p:spPr>
          <a:xfrm>
            <a:off x="4095161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12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8865A19-4C09-B321-E968-736BFC3B4918}"/>
              </a:ext>
            </a:extLst>
          </p:cNvPr>
          <p:cNvSpPr txBox="1"/>
          <p:nvPr/>
        </p:nvSpPr>
        <p:spPr>
          <a:xfrm>
            <a:off x="7355649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4FE6B0D-588F-BA49-AB18-D903C3661773}"/>
              </a:ext>
            </a:extLst>
          </p:cNvPr>
          <p:cNvSpPr txBox="1"/>
          <p:nvPr/>
        </p:nvSpPr>
        <p:spPr>
          <a:xfrm>
            <a:off x="10617890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D9E0CB8-1AAE-D426-160F-75D46BD554C4}"/>
              </a:ext>
            </a:extLst>
          </p:cNvPr>
          <p:cNvSpPr txBox="1"/>
          <p:nvPr/>
        </p:nvSpPr>
        <p:spPr>
          <a:xfrm>
            <a:off x="13873639" y="2939242"/>
            <a:ext cx="90482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5"/>
              </a:lnSpc>
              <a:spcBef>
                <a:spcPct val="0"/>
              </a:spcBef>
            </a:pPr>
            <a:r>
              <a:rPr lang="en-US" sz="983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15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1870E27-8400-C557-FCF7-9D835B6C450A}"/>
              </a:ext>
            </a:extLst>
          </p:cNvPr>
          <p:cNvSpPr txBox="1"/>
          <p:nvPr/>
        </p:nvSpPr>
        <p:spPr>
          <a:xfrm>
            <a:off x="2680848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Backend Implement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E853C0E-A506-ABD6-B9CD-75FCE87ED12D}"/>
              </a:ext>
            </a:extLst>
          </p:cNvPr>
          <p:cNvSpPr txBox="1"/>
          <p:nvPr/>
        </p:nvSpPr>
        <p:spPr>
          <a:xfrm>
            <a:off x="5945939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Integration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93B65B4-40FE-A79A-9A47-C21E4629E961}"/>
              </a:ext>
            </a:extLst>
          </p:cNvPr>
          <p:cNvSpPr txBox="1"/>
          <p:nvPr/>
        </p:nvSpPr>
        <p:spPr>
          <a:xfrm>
            <a:off x="9206427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Testing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EBECD8C-2912-C902-6B4D-D88B68C00F05}"/>
              </a:ext>
            </a:extLst>
          </p:cNvPr>
          <p:cNvSpPr txBox="1"/>
          <p:nvPr/>
        </p:nvSpPr>
        <p:spPr>
          <a:xfrm>
            <a:off x="12466915" y="5510596"/>
            <a:ext cx="3140237" cy="4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 dirty="0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4933781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-594003">
            <a:off x="5749649" y="3240197"/>
            <a:ext cx="6461515" cy="273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19"/>
              </a:lnSpc>
              <a:spcBef>
                <a:spcPct val="0"/>
              </a:spcBef>
            </a:pPr>
            <a:r>
              <a:rPr lang="en-US" sz="1594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241</Words>
  <Application>Microsoft Macintosh PowerPoint</Application>
  <PresentationFormat>사용자 지정</PresentationFormat>
  <Paragraphs>115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Calibri</vt:lpstr>
      <vt:lpstr>Garet Light</vt:lpstr>
      <vt:lpstr>Beautifully Delicious Script</vt:lpstr>
      <vt:lpstr>윤고딕 Bold</vt:lpstr>
      <vt:lpstr>맑은 고딕</vt:lpstr>
      <vt:lpstr>Congenial UltraLight</vt:lpstr>
      <vt:lpstr>윤고딕</vt:lpstr>
      <vt:lpstr>Arial</vt:lpstr>
      <vt:lpstr>윤고딕 Light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dc:creator>김군도</dc:creator>
  <cp:lastModifiedBy>강성민</cp:lastModifiedBy>
  <cp:revision>7</cp:revision>
  <dcterms:created xsi:type="dcterms:W3CDTF">2006-08-16T00:00:00Z</dcterms:created>
  <dcterms:modified xsi:type="dcterms:W3CDTF">2025-10-10T05:31:13Z</dcterms:modified>
  <dc:identifier>DAG0kLVEx04</dc:identifier>
</cp:coreProperties>
</file>